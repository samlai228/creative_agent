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468880"/>
            <a:ext cx="5303520" cy="45720"/>
          </a:xfrm>
          <a:prstGeom prst="rect">
            <a:avLst/>
          </a:prstGeom>
          <a:solidFill>
            <a:srgbClr val="21B5D8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素材工廠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驅動的行銷 EDM 內容自動化平台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26243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Vision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2606040"/>
            <a:ext cx="1074420" cy="274320"/>
          </a:xfrm>
          <a:prstGeom prst="roundRect">
            <a:avLst>
              <a:gd name="adj" fmla="val 26667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71216" y="2624328"/>
            <a:ext cx="10012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2606040"/>
            <a:ext cx="845820" cy="274320"/>
          </a:xfrm>
          <a:prstGeom prst="roundRect">
            <a:avLst>
              <a:gd name="adj" fmla="val 26667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624328"/>
            <a:ext cx="7726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Agent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1E2E"/>
          </a:solidFill>
          <a:ln w="12700">
            <a:solidFill>
              <a:srgbClr val="02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21B5D8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傳統 EDM 製作的痛點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94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為什麼需要自動化？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192024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4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80160"/>
            <a:ext cx="1920240" cy="502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98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耗時的手動流程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設計師需逐一挑選素材、撰寫文案、調整排版，一份 EDM 往往需要數小時。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280160"/>
            <a:ext cx="192024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4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280160"/>
            <a:ext cx="1920240" cy="502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3898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51760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素材難以搜尋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08483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素材庫缺乏語義標籤，找一張合適的圖要翻遍整個資料夾。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280160"/>
            <a:ext cx="192024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4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280160"/>
            <a:ext cx="1920240" cy="502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3898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54880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文案難以把控字數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08483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不同版面的文字區域大小各異，文案常常超出邊框或留白過多。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1280160"/>
            <a:ext cx="192024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4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1280160"/>
            <a:ext cx="1920240" cy="502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3898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58000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修改成本高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208483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每次調整都需要回到設計軟體重新輸出，溝通與迭代成本高。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3154680"/>
            <a:ext cx="6400800" cy="731520"/>
          </a:xfrm>
          <a:prstGeom prst="rect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32461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素材工廠的目標：讓行銷人員 10 分鐘內生成一份高品質 EDM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1E2E"/>
          </a:solidFill>
          <a:ln w="12700">
            <a:solidFill>
              <a:srgbClr val="02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21B5D8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系統架構總覽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94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兩階段 AI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8404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38404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Material Factory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764792"/>
            <a:ext cx="292608" cy="292608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上傳圖片素材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075688"/>
            <a:ext cx="0" cy="329184"/>
          </a:xfrm>
          <a:prstGeom prst="line">
            <a:avLst/>
          </a:prstGeom>
          <a:noFill/>
          <a:ln w="19050">
            <a:solidFill>
              <a:srgbClr val="89C0D8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594360" y="2386584"/>
            <a:ext cx="292608" cy="292608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404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API 智能貼標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697480"/>
            <a:ext cx="0" cy="329184"/>
          </a:xfrm>
          <a:prstGeom prst="line">
            <a:avLst/>
          </a:prstGeom>
          <a:noFill/>
          <a:ln w="19050">
            <a:solidFill>
              <a:srgbClr val="89C0D8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594360" y="3008376"/>
            <a:ext cx="292608" cy="292608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026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多維度標籤存儲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319272"/>
            <a:ext cx="0" cy="329184"/>
          </a:xfrm>
          <a:prstGeom prst="line">
            <a:avLst/>
          </a:prstGeom>
          <a:noFill/>
          <a:ln w="19050">
            <a:solidFill>
              <a:srgbClr val="89C0D8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>
            <a:off x="594360" y="3630168"/>
            <a:ext cx="292608" cy="292608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648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語義搜尋素材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1234440"/>
            <a:ext cx="38404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234440"/>
            <a:ext cx="38404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EDM Generator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66360" y="1764792"/>
            <a:ext cx="292608" cy="292608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5504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 EDM 模板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03520" y="2075688"/>
            <a:ext cx="0" cy="329184"/>
          </a:xfrm>
          <a:prstGeom prst="line">
            <a:avLst/>
          </a:prstGeom>
          <a:noFill/>
          <a:ln w="19050">
            <a:solidFill>
              <a:srgbClr val="89C0D8"/>
            </a:solidFill>
            <a:prstDash val="sysDash"/>
          </a:ln>
        </p:spPr>
      </p:sp>
      <p:sp>
        <p:nvSpPr>
          <p:cNvPr id="31" name="Shape 29"/>
          <p:cNvSpPr/>
          <p:nvPr/>
        </p:nvSpPr>
        <p:spPr>
          <a:xfrm>
            <a:off x="5166360" y="2386584"/>
            <a:ext cx="292608" cy="292608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75504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77840" y="2404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自動偵測文字區域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03520" y="2697480"/>
            <a:ext cx="0" cy="329184"/>
          </a:xfrm>
          <a:prstGeom prst="line">
            <a:avLst/>
          </a:prstGeom>
          <a:noFill/>
          <a:ln w="19050">
            <a:solidFill>
              <a:srgbClr val="89C0D8"/>
            </a:solidFill>
            <a:prstDash val="sysDash"/>
          </a:ln>
        </p:spPr>
      </p:sp>
      <p:sp>
        <p:nvSpPr>
          <p:cNvPr id="35" name="Shape 33"/>
          <p:cNvSpPr/>
          <p:nvPr/>
        </p:nvSpPr>
        <p:spPr>
          <a:xfrm>
            <a:off x="5166360" y="3008376"/>
            <a:ext cx="292608" cy="292608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75504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577840" y="3026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生成限字文案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303520" y="3319272"/>
            <a:ext cx="0" cy="329184"/>
          </a:xfrm>
          <a:prstGeom prst="line">
            <a:avLst/>
          </a:prstGeom>
          <a:noFill/>
          <a:ln w="19050">
            <a:solidFill>
              <a:srgbClr val="89C0D8"/>
            </a:solidFill>
            <a:prstDash val="sysDash"/>
          </a:ln>
        </p:spPr>
      </p:sp>
      <p:sp>
        <p:nvSpPr>
          <p:cNvPr id="39" name="Shape 37"/>
          <p:cNvSpPr/>
          <p:nvPr/>
        </p:nvSpPr>
        <p:spPr>
          <a:xfrm>
            <a:off x="5166360" y="3630168"/>
            <a:ext cx="292608" cy="292608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75504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577840" y="3648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合成輸出 PNG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251960" y="2834640"/>
            <a:ext cx="640080" cy="0"/>
          </a:xfrm>
          <a:prstGeom prst="line">
            <a:avLst/>
          </a:prstGeom>
          <a:noFill/>
          <a:ln w="31750">
            <a:solidFill>
              <a:srgbClr val="E099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2697480"/>
            <a:ext cx="164592" cy="164592"/>
          </a:xfrm>
          <a:prstGeom prst="line">
            <a:avLst/>
          </a:prstGeom>
          <a:noFill/>
          <a:ln w="31750">
            <a:solidFill>
              <a:srgbClr val="E099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2862072"/>
            <a:ext cx="164592" cy="-164592"/>
          </a:xfrm>
          <a:prstGeom prst="line">
            <a:avLst/>
          </a:prstGeom>
          <a:noFill/>
          <a:ln w="31750">
            <a:solidFill>
              <a:srgbClr val="E099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69664" y="29077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素材搜尋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1E2E"/>
          </a:solidFill>
          <a:ln w="12700">
            <a:solidFill>
              <a:srgbClr val="02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21B5D8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1：Material Factory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94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圖片上傳 → AI 貼標 → 語義搜尋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六大標籤維度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73152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類型 (Category)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719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人物、背景、裝飾、物件…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73152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風格 (Style)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2176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現代、傳統、插畫、寫實…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73152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33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 (Scenario)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家庭、職場、度假、慶典…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90672"/>
            <a:ext cx="73152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色系 (Color)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暖色、冷色、中性、高對比…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547872"/>
            <a:ext cx="73152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氛圍 (Mood)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4028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溫暖、專業、歡快、沉穩…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73152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05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4005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自由文本，LLM 自動提取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2344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技術實作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1810512"/>
            <a:ext cx="3566160" cy="457200"/>
          </a:xfrm>
          <a:prstGeom prst="rect">
            <a:avLst/>
          </a:prstGeom>
          <a:solidFill>
            <a:srgbClr val="E8F4FA"/>
          </a:solidFill>
          <a:ln w="12700">
            <a:solidFill>
              <a:srgbClr val="E8F4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1856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image_analyzer.py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74920" y="20299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編碼、色調分析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237744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423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llm_tagger.py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74920" y="25968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GPT-4o Vision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37760" y="2944368"/>
            <a:ext cx="3566160" cy="457200"/>
          </a:xfrm>
          <a:prstGeom prst="rect">
            <a:avLst/>
          </a:prstGeom>
          <a:solidFill>
            <a:srgbClr val="E8F4FA"/>
          </a:solidFill>
          <a:ln w="12700">
            <a:solidFill>
              <a:srgbClr val="E8F4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9900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tag_database.py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74920" y="31638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標籤庫讀寫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37760" y="3511296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35570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factory.py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74920" y="37307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整合流程主入口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37760" y="4078224"/>
            <a:ext cx="3566160" cy="457200"/>
          </a:xfrm>
          <a:prstGeom prst="rect">
            <a:avLst/>
          </a:prstGeom>
          <a:solidFill>
            <a:srgbClr val="E8F4FA"/>
          </a:solidFill>
          <a:ln w="12700">
            <a:solidFill>
              <a:srgbClr val="E8F4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41239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/api/materials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74920" y="4297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API（上傳/搜尋/刪除）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1E2E"/>
          </a:solidFill>
          <a:ln w="12700">
            <a:solidFill>
              <a:srgbClr val="02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21B5D8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2：EDM Generator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94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 + AI 文案 + 精確排版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260604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4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34440"/>
            <a:ext cx="2606040" cy="502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441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84632" y="1737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自動偵測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03911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從含文字的完稿圖 (reference) 精確提取每個文字區域的位置與大小，準確度 &gt;95%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234440"/>
            <a:ext cx="260604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4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234440"/>
            <a:ext cx="2606040" cy="502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3441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64992" y="1737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Template-Aware 文案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203911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根據區域尺寸自動計算字數上限，LLM 為每個區域單獨生成，不溢框不留白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08192" y="1234440"/>
            <a:ext cx="260604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4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1234440"/>
            <a:ext cx="2606040" cy="502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3441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🖌️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45352" y="1737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交互式前端編輯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203911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畫布即時預覽，支援拖移、字型調整、描邊/陰影特效，最終輸出高品質 PNG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246120"/>
            <a:ext cx="8449056" cy="1417320"/>
          </a:xfrm>
          <a:prstGeom prst="rect">
            <a:avLst/>
          </a:prstGeom>
          <a:solidFill>
            <a:srgbClr val="021E2E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核心演算法：精確字數計算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63016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chars_per_line = int(width / (font_size × 1.2))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max_lines      = int(height / (font_size + 10))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max_chars      = chars_per_line × max_lines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336499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region 獨立計算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防止文字溢出邊框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嚴格遵守上限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1E2E"/>
          </a:solidFill>
          <a:ln w="12700">
            <a:solidFill>
              <a:srgbClr val="02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21B5D8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94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Frontend ·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2697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618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64592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1755648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資料驗證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圖像合成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輕量資料庫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1234440"/>
            <a:ext cx="2697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2618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27832" y="164592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64992" y="1755648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18+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開發工具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API 客戶端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Flexbox/Grid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Proxy 轉發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08192" y="1234440"/>
            <a:ext cx="2697480" cy="411480"/>
          </a:xfrm>
          <a:prstGeom prst="rect">
            <a:avLst/>
          </a:prstGeom>
          <a:solidFill>
            <a:srgbClr val="E0991A"/>
          </a:solidFill>
          <a:ln w="12700">
            <a:solidFill>
              <a:srgbClr val="E099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2618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08192" y="164592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45352" y="1755648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API 圖像分析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 JSON 輸出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字數約束生成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1E2E"/>
          </a:solidFill>
          <a:ln w="12700">
            <a:solidFill>
              <a:srgbClr val="02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21B5D8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使用者操作流程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94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從素材到完稿 EDM 的完整步驟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721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上傳素材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拖拉圖片上傳，系統自動貼上 AI 標籤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1819656"/>
            <a:ext cx="3657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1728216"/>
            <a:ext cx="109728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1911096"/>
            <a:ext cx="109728" cy="-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58568" y="1417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8568" y="14721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55648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選模板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55648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從模板庫選擇 EDM 版型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18688" y="1819656"/>
            <a:ext cx="3657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38728" y="1728216"/>
            <a:ext cx="109728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38728" y="1911096"/>
            <a:ext cx="109728" cy="-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48456" y="1417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48456" y="14721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45536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填寫需求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45536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輸入產品名稱、主軸訴求、目標受眾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08576" y="1819656"/>
            <a:ext cx="3657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28616" y="1728216"/>
            <a:ext cx="109728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28616" y="1911096"/>
            <a:ext cx="109728" cy="-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38344" y="1417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38344" y="14721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35424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35424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一鍵生成各區域文案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98464" y="1819656"/>
            <a:ext cx="3657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18504" y="1728216"/>
            <a:ext cx="109728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18504" y="1911096"/>
            <a:ext cx="109728" cy="-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28232" y="1417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14721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25312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互動調整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25312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在畫布上直接編輯文字與樣式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88352" y="1819656"/>
            <a:ext cx="3657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08392" y="1728216"/>
            <a:ext cx="109728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08392" y="1911096"/>
            <a:ext cx="109728" cy="-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18120" y="1417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8120" y="14721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1520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下載輸出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0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輸出高解析度 PNG 直接投放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306324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3063240"/>
            <a:ext cx="91440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整體時間目標：10 分鐘內完成一份 EDM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94360" y="35204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傳統流程（手動）：2～4 小時  →  EDM 素材工廠：10 分鐘以內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素材搜尋：從「翻資料夾」變成「語義關鍵字搜尋」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文案排版：告別手動調整字數，AI 自動控制每個區域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1E2E"/>
          </a:solidFill>
          <a:ln w="12700">
            <a:solidFill>
              <a:srgbClr val="02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21B5D8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設計 &amp; 專案結構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94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· 目錄佈局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API Endpoints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658368" cy="2468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166420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/api/materials/upload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97280" y="19019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上傳圖片素材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658368" cy="2468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037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217627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/api/materials/tag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7280" y="24140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自動貼標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688336"/>
            <a:ext cx="658368" cy="2468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157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268833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/api/materials/search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" y="2926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多維度語義搜尋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658368" cy="2468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278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" y="320040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/api/generation/detect-regions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97280" y="34381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偵測模板文字區域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712464"/>
            <a:ext cx="658368" cy="2468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7398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371246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/api/generation/generate-copy-for-template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97280" y="39502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Template-aware 文案生成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224528"/>
            <a:ext cx="658368" cy="2468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2519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422452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/api/generation/render-with-copy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97280" y="44622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合成輸出 PNG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234440"/>
            <a:ext cx="4114800" cy="3611880"/>
          </a:xfrm>
          <a:prstGeom prst="rect">
            <a:avLst/>
          </a:prstGeom>
          <a:solidFill>
            <a:srgbClr val="021E2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專案目錄結構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1664208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creative_agent/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api/routes/         # REST API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materials.py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generation.py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material_factory/  # 素材工廠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generator/         # EDM 生成器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frontend/src/       # React UI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images/         # 空白模板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references/     # 完稿參考圖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configs/        # 區域配置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assets/             # 素材圖庫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output/edm/         # 生成結果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1B5D8"/>
          </a:solidFill>
          <a:ln w="12700">
            <a:solidFill>
              <a:srgbClr val="21B5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91440" cy="514350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B5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現況成果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Material Factory 完整運作（上傳 / 貼標 / 搜尋）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Template 區域自動偵測（from reference）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Template-aware 限字文案生成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交互式前端編輯畫布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文字描邊 / 陰影特效支援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0" y="320040"/>
            <a:ext cx="2834640" cy="374904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438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未來規劃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80760" y="841248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多模板批量生成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素材推薦 RAG 搜尋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A/B 文案變體生成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HTML EDM 輸出格式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品牌風格設定檔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43708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素材工廠  ·  2026  ·  Creative Agent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EDM 素材工廠 - AI 驅動行銷內容自動化</dc:title>
  <dc:subject>PptxGenJS Presentation</dc:subject>
  <dc:creator>PptxGenJS</dc:creator>
  <cp:lastModifiedBy>PptxGenJS</cp:lastModifiedBy>
  <cp:revision>1</cp:revision>
  <dcterms:created xsi:type="dcterms:W3CDTF">2026-02-26T03:43:00Z</dcterms:created>
  <dcterms:modified xsi:type="dcterms:W3CDTF">2026-02-26T03:43:00Z</dcterms:modified>
</cp:coreProperties>
</file>